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3716000" cx="24382400"/>
  <p:notesSz cx="9144000" cy="6858000"/>
  <p:embeddedFontLst>
    <p:embeddedFont>
      <p:font typeface="Tahoma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14483">
          <p15:clr>
            <a:srgbClr val="FDE53C"/>
          </p15:clr>
        </p15:guide>
        <p15:guide id="2" orient="horz" pos="4320">
          <p15:clr>
            <a:srgbClr val="A4A3A4"/>
          </p15:clr>
        </p15:guide>
        <p15:guide id="3" pos="1080">
          <p15:clr>
            <a:srgbClr val="A4A3A4"/>
          </p15:clr>
        </p15:guide>
        <p15:guide id="4" orient="horz" pos="2211">
          <p15:clr>
            <a:srgbClr val="A4A3A4"/>
          </p15:clr>
        </p15:guide>
        <p15:guide id="5" orient="horz" pos="3118">
          <p15:clr>
            <a:srgbClr val="A4A3A4"/>
          </p15:clr>
        </p15:guide>
        <p15:guide id="6" pos="7679">
          <p15:clr>
            <a:srgbClr val="A4A3A4"/>
          </p15:clr>
        </p15:guide>
        <p15:guide id="7" pos="14279">
          <p15:clr>
            <a:srgbClr val="A4A3A4"/>
          </p15:clr>
        </p15:guide>
        <p15:guide id="8" pos="10923">
          <p15:clr>
            <a:srgbClr val="A4A3A4"/>
          </p15:clr>
        </p15:guide>
      </p15:sldGuideLst>
    </p:ext>
    <p:ext uri="{2D200454-40CA-4A62-9FC3-DE9A4176ACB9}">
      <p15:notes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  <p:ext uri="GoogleSlidesCustomDataVersion2">
      <go:slidesCustomData xmlns:go="http://customooxmlschemas.google.com/" r:id="rId20" roundtripDataSignature="AMtx7mhDEmRBXV69Mj5FdfSJFO8Ez+dL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483"/>
        <p:guide pos="4320" orient="horz"/>
        <p:guide pos="1080"/>
        <p:guide pos="2211" orient="horz"/>
        <p:guide pos="3118" orient="horz"/>
        <p:guide pos="7679"/>
        <p:guide pos="14279"/>
        <p:guide pos="10923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Tahoma-bold.fntdata"/><Relationship Id="rId6" Type="http://schemas.openxmlformats.org/officeDocument/2006/relationships/slide" Target="slides/slide1.xml"/><Relationship Id="rId18" Type="http://schemas.openxmlformats.org/officeDocument/2006/relationships/font" Target="fonts/Tahom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2:notes"/>
          <p:cNvSpPr txBox="1"/>
          <p:nvPr>
            <p:ph idx="1" type="body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:notes"/>
          <p:cNvSpPr txBox="1"/>
          <p:nvPr>
            <p:ph idx="12" type="sldNum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:notes"/>
          <p:cNvSpPr txBox="1"/>
          <p:nvPr>
            <p:ph idx="1" type="body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 txBox="1"/>
          <p:nvPr>
            <p:ph idx="1" type="body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4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:notes"/>
          <p:cNvSpPr txBox="1"/>
          <p:nvPr>
            <p:ph idx="1" type="body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 txBox="1"/>
          <p:nvPr>
            <p:ph idx="1" type="body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 txBox="1"/>
          <p:nvPr>
            <p:ph idx="1" type="body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 txBox="1"/>
          <p:nvPr>
            <p:ph idx="1" type="body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 txBox="1"/>
          <p:nvPr>
            <p:ph idx="1" type="body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2:notes"/>
          <p:cNvSpPr txBox="1"/>
          <p:nvPr>
            <p:ph idx="1" type="body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:notes"/>
          <p:cNvSpPr txBox="1"/>
          <p:nvPr>
            <p:ph idx="12" type="sldNum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 txBox="1"/>
          <p:nvPr>
            <p:ph idx="1" type="body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:notes"/>
          <p:cNvSpPr/>
          <p:nvPr>
            <p:ph idx="2" type="sldImg"/>
          </p:nvPr>
        </p:nvSpPr>
        <p:spPr>
          <a:xfrm>
            <a:off x="2514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1298516" y="5185743"/>
            <a:ext cx="9952581" cy="431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9534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Font typeface="Arial"/>
              <a:buNone/>
              <a:defRPr sz="8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298516" y="9569590"/>
            <a:ext cx="9952581" cy="19995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1300460" y="11867187"/>
            <a:ext cx="303341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уллиты">
  <p:cSld name="Буллиты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35865" y="5430202"/>
            <a:ext cx="162178" cy="12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6"/>
          <p:cNvSpPr txBox="1"/>
          <p:nvPr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atpp.digital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16"/>
          <p:cNvPicPr preferRelativeResize="0"/>
          <p:nvPr/>
        </p:nvPicPr>
        <p:blipFill rotWithShape="1">
          <a:blip r:embed="rId3">
            <a:alphaModFix/>
          </a:blip>
          <a:srcRect b="15929" l="6896" r="6000" t="14416"/>
          <a:stretch/>
        </p:blipFill>
        <p:spPr>
          <a:xfrm>
            <a:off x="960119" y="731520"/>
            <a:ext cx="2002537" cy="790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7767">
          <p15:clr>
            <a:srgbClr val="FBAE40"/>
          </p15:clr>
        </p15:guide>
        <p15:guide id="5" orient="horz" pos="8232">
          <p15:clr>
            <a:srgbClr val="FBAE40"/>
          </p15:clr>
        </p15:guide>
        <p15:guide id="6" orient="horz" pos="55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ключительный">
  <p:cSld name="Заключительный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35865" y="5430202"/>
            <a:ext cx="162178" cy="12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1298516" y="10086693"/>
            <a:ext cx="6937374" cy="2657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type="ctrTitle"/>
          </p:nvPr>
        </p:nvSpPr>
        <p:spPr>
          <a:xfrm>
            <a:off x="1298516" y="7184650"/>
            <a:ext cx="10626783" cy="1878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178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300"/>
              <a:buFont typeface="Arial"/>
              <a:buNone/>
              <a:defRPr sz="7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 или глава">
  <p:cSld name="Раздел или глава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ctrTitle"/>
          </p:nvPr>
        </p:nvSpPr>
        <p:spPr>
          <a:xfrm>
            <a:off x="6362700" y="5147643"/>
            <a:ext cx="12573000" cy="55394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86163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900"/>
              <a:buFont typeface="Arial"/>
              <a:buNone/>
              <a:defRPr sz="15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">
  <p:cSld name="Титульный слайд 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ctrTitle"/>
          </p:nvPr>
        </p:nvSpPr>
        <p:spPr>
          <a:xfrm>
            <a:off x="1298516" y="7890843"/>
            <a:ext cx="9952581" cy="20913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9534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Font typeface="Arial"/>
              <a:buNone/>
              <a:defRPr sz="8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subTitle"/>
          </p:nvPr>
        </p:nvSpPr>
        <p:spPr>
          <a:xfrm>
            <a:off x="1298516" y="10362149"/>
            <a:ext cx="9952581" cy="1210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/>
        </p:txBody>
      </p:sp>
      <p:sp>
        <p:nvSpPr>
          <p:cNvPr id="32" name="Google Shape;32;p19"/>
          <p:cNvSpPr txBox="1"/>
          <p:nvPr>
            <p:ph idx="10" type="dt"/>
          </p:nvPr>
        </p:nvSpPr>
        <p:spPr>
          <a:xfrm>
            <a:off x="1300460" y="11867187"/>
            <a:ext cx="303341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 или глава 1">
  <p:cSld name="Раздел или глава 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ctrTitle"/>
          </p:nvPr>
        </p:nvSpPr>
        <p:spPr>
          <a:xfrm>
            <a:off x="7620000" y="5147643"/>
            <a:ext cx="12573000" cy="37487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6163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900"/>
              <a:buFont typeface="Arial"/>
              <a:buNone/>
              <a:defRPr sz="159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 или глава 2">
  <p:cSld name="Раздел или глава 2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 txBox="1"/>
          <p:nvPr>
            <p:ph type="ctrTitle"/>
          </p:nvPr>
        </p:nvSpPr>
        <p:spPr>
          <a:xfrm>
            <a:off x="1298517" y="2163817"/>
            <a:ext cx="7451784" cy="3130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9534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600"/>
              <a:buFont typeface="Arial"/>
              <a:buNone/>
              <a:defRPr sz="8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" type="subTitle"/>
          </p:nvPr>
        </p:nvSpPr>
        <p:spPr>
          <a:xfrm>
            <a:off x="1298516" y="7017374"/>
            <a:ext cx="9952581" cy="29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sz="40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/>
            </a:lvl2pPr>
            <a:lvl3pPr lvl="2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lvl="3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4pPr>
            <a:lvl5pPr lvl="4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5pPr>
            <a:lvl6pPr lvl="5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6pPr>
            <a:lvl7pPr lvl="6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7pPr>
            <a:lvl8pPr lvl="7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8pPr>
            <a:lvl9pPr lvl="8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9pPr>
          </a:lstStyle>
          <a:p/>
        </p:txBody>
      </p:sp>
      <p:sp>
        <p:nvSpPr>
          <p:cNvPr id="38" name="Google Shape;38;p21"/>
          <p:cNvSpPr txBox="1"/>
          <p:nvPr>
            <p:ph idx="10" type="dt"/>
          </p:nvPr>
        </p:nvSpPr>
        <p:spPr>
          <a:xfrm>
            <a:off x="1300460" y="11867187"/>
            <a:ext cx="303341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35865" y="5430202"/>
            <a:ext cx="162178" cy="12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9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фографика">
  <p:cSld name="Инфографика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ctrTitle"/>
          </p:nvPr>
        </p:nvSpPr>
        <p:spPr>
          <a:xfrm>
            <a:off x="1298516" y="2115691"/>
            <a:ext cx="10626783" cy="1878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178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300"/>
              <a:buFont typeface="Arial"/>
              <a:buNone/>
              <a:defRPr sz="7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2" name="Google Shape;4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35865" y="5430202"/>
            <a:ext cx="162178" cy="12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2"/>
          <p:cNvSpPr txBox="1"/>
          <p:nvPr>
            <p:ph idx="1" type="body"/>
          </p:nvPr>
        </p:nvSpPr>
        <p:spPr>
          <a:xfrm>
            <a:off x="1298516" y="4379496"/>
            <a:ext cx="10626783" cy="1050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2" type="body"/>
          </p:nvPr>
        </p:nvSpPr>
        <p:spPr>
          <a:xfrm>
            <a:off x="1298516" y="5787113"/>
            <a:ext cx="10626783" cy="6542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2"/>
          <p:cNvSpPr txBox="1"/>
          <p:nvPr>
            <p:ph idx="3" type="body"/>
          </p:nvPr>
        </p:nvSpPr>
        <p:spPr>
          <a:xfrm>
            <a:off x="18060989" y="9152022"/>
            <a:ext cx="4930774" cy="593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4" type="body"/>
          </p:nvPr>
        </p:nvSpPr>
        <p:spPr>
          <a:xfrm>
            <a:off x="18060989" y="9745579"/>
            <a:ext cx="4930774" cy="1419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5" type="body"/>
          </p:nvPr>
        </p:nvSpPr>
        <p:spPr>
          <a:xfrm>
            <a:off x="15878842" y="8839203"/>
            <a:ext cx="2120397" cy="2269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0"/>
              <a:buNone/>
              <a:defRPr sz="14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6" type="body"/>
          </p:nvPr>
        </p:nvSpPr>
        <p:spPr>
          <a:xfrm>
            <a:off x="16050292" y="4474746"/>
            <a:ext cx="7362158" cy="2478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7" type="body"/>
          </p:nvPr>
        </p:nvSpPr>
        <p:spPr>
          <a:xfrm>
            <a:off x="16050292" y="7110162"/>
            <a:ext cx="7362158" cy="309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None/>
              <a:defRPr b="1" sz="17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8" type="body"/>
          </p:nvPr>
        </p:nvSpPr>
        <p:spPr>
          <a:xfrm>
            <a:off x="16050292" y="7382126"/>
            <a:ext cx="7362158" cy="82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None/>
              <a:defRPr b="0" sz="17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1" type="ftr"/>
          </p:nvPr>
        </p:nvSpPr>
        <p:spPr>
          <a:xfrm>
            <a:off x="1302654" y="12664440"/>
            <a:ext cx="695234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19812000" y="12630986"/>
            <a:ext cx="32896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3" name="Google Shape;53;p22"/>
          <p:cNvSpPr txBox="1"/>
          <p:nvPr>
            <p:ph idx="9" type="body"/>
          </p:nvPr>
        </p:nvSpPr>
        <p:spPr>
          <a:xfrm>
            <a:off x="8674101" y="12856752"/>
            <a:ext cx="6937374" cy="3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2"/>
          <p:cNvSpPr txBox="1"/>
          <p:nvPr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misis.ru</a:t>
            </a:r>
            <a:endParaRPr sz="16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5648" y="399072"/>
            <a:ext cx="2394000" cy="961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фографика 1">
  <p:cSld name="Инфографика 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/>
          <p:nvPr>
            <p:ph type="ctrTitle"/>
          </p:nvPr>
        </p:nvSpPr>
        <p:spPr>
          <a:xfrm>
            <a:off x="1298516" y="2115691"/>
            <a:ext cx="10626783" cy="1737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178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300"/>
              <a:buFont typeface="Arial"/>
              <a:buNone/>
              <a:defRPr sz="7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8" name="Google Shape;5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35865" y="5430202"/>
            <a:ext cx="162178" cy="12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3"/>
          <p:cNvSpPr txBox="1"/>
          <p:nvPr>
            <p:ph idx="1" type="body"/>
          </p:nvPr>
        </p:nvSpPr>
        <p:spPr>
          <a:xfrm>
            <a:off x="1298517" y="3760060"/>
            <a:ext cx="8461710" cy="2930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2" type="body"/>
          </p:nvPr>
        </p:nvSpPr>
        <p:spPr>
          <a:xfrm>
            <a:off x="12363313" y="7655253"/>
            <a:ext cx="10682129" cy="4674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23"/>
          <p:cNvSpPr txBox="1"/>
          <p:nvPr>
            <p:ph idx="3" type="body"/>
          </p:nvPr>
        </p:nvSpPr>
        <p:spPr>
          <a:xfrm>
            <a:off x="12354962" y="5364110"/>
            <a:ext cx="3256513" cy="1419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4" type="body"/>
          </p:nvPr>
        </p:nvSpPr>
        <p:spPr>
          <a:xfrm>
            <a:off x="12297582" y="3326258"/>
            <a:ext cx="3313893" cy="2037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0"/>
              <a:buNone/>
              <a:defRPr sz="14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5" type="body"/>
          </p:nvPr>
        </p:nvSpPr>
        <p:spPr>
          <a:xfrm>
            <a:off x="1298516" y="7672908"/>
            <a:ext cx="7129868" cy="2478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6" type="body"/>
          </p:nvPr>
        </p:nvSpPr>
        <p:spPr>
          <a:xfrm>
            <a:off x="1298516" y="10548418"/>
            <a:ext cx="7129868" cy="27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None/>
              <a:defRPr b="1" sz="17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7" type="body"/>
          </p:nvPr>
        </p:nvSpPr>
        <p:spPr>
          <a:xfrm>
            <a:off x="1298516" y="10820381"/>
            <a:ext cx="7129868" cy="8284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None/>
              <a:defRPr b="0" sz="17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1302654" y="12664440"/>
            <a:ext cx="695234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19812000" y="12630986"/>
            <a:ext cx="32896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8" name="Google Shape;68;p23"/>
          <p:cNvSpPr txBox="1"/>
          <p:nvPr>
            <p:ph idx="8" type="body"/>
          </p:nvPr>
        </p:nvSpPr>
        <p:spPr>
          <a:xfrm>
            <a:off x="8674101" y="12856752"/>
            <a:ext cx="6937374" cy="3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3"/>
          <p:cNvSpPr txBox="1"/>
          <p:nvPr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misis.ru</a:t>
            </a:r>
            <a:endParaRPr sz="16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" name="Google Shape;7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5648" y="399072"/>
            <a:ext cx="2394000" cy="9619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3"/>
          <p:cNvSpPr txBox="1"/>
          <p:nvPr>
            <p:ph idx="9" type="body"/>
          </p:nvPr>
        </p:nvSpPr>
        <p:spPr>
          <a:xfrm>
            <a:off x="16047487" y="5364110"/>
            <a:ext cx="3256513" cy="1419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3" type="body"/>
          </p:nvPr>
        </p:nvSpPr>
        <p:spPr>
          <a:xfrm>
            <a:off x="15990107" y="3326258"/>
            <a:ext cx="3313893" cy="2037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0"/>
              <a:buNone/>
              <a:defRPr sz="14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4" type="body"/>
          </p:nvPr>
        </p:nvSpPr>
        <p:spPr>
          <a:xfrm>
            <a:off x="19722471" y="5364110"/>
            <a:ext cx="3256513" cy="1419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5" type="body"/>
          </p:nvPr>
        </p:nvSpPr>
        <p:spPr>
          <a:xfrm>
            <a:off x="19665091" y="3326258"/>
            <a:ext cx="3313893" cy="2037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0"/>
              <a:buNone/>
              <a:defRPr sz="14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нфографика 2">
  <p:cSld name="Инфографика 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35865" y="5430202"/>
            <a:ext cx="162178" cy="12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4"/>
          <p:cNvSpPr txBox="1"/>
          <p:nvPr>
            <p:ph idx="1" type="body"/>
          </p:nvPr>
        </p:nvSpPr>
        <p:spPr>
          <a:xfrm>
            <a:off x="1298517" y="2030650"/>
            <a:ext cx="6956483" cy="2930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2" type="body"/>
          </p:nvPr>
        </p:nvSpPr>
        <p:spPr>
          <a:xfrm>
            <a:off x="12347575" y="8534188"/>
            <a:ext cx="10738355" cy="956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3" type="body"/>
          </p:nvPr>
        </p:nvSpPr>
        <p:spPr>
          <a:xfrm>
            <a:off x="12354962" y="3744860"/>
            <a:ext cx="3761338" cy="1419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4" type="body"/>
          </p:nvPr>
        </p:nvSpPr>
        <p:spPr>
          <a:xfrm>
            <a:off x="12297582" y="1707008"/>
            <a:ext cx="3749905" cy="2037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0"/>
              <a:buNone/>
              <a:defRPr sz="14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5" type="body"/>
          </p:nvPr>
        </p:nvSpPr>
        <p:spPr>
          <a:xfrm>
            <a:off x="1298516" y="7096435"/>
            <a:ext cx="6135954" cy="28755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None/>
              <a:defRPr sz="2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6" type="body"/>
          </p:nvPr>
        </p:nvSpPr>
        <p:spPr>
          <a:xfrm>
            <a:off x="1298516" y="10309875"/>
            <a:ext cx="6956484" cy="271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None/>
              <a:defRPr b="1" sz="17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7" type="body"/>
          </p:nvPr>
        </p:nvSpPr>
        <p:spPr>
          <a:xfrm>
            <a:off x="1298516" y="10581838"/>
            <a:ext cx="6956484" cy="82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None/>
              <a:defRPr b="0" sz="17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1" type="ftr"/>
          </p:nvPr>
        </p:nvSpPr>
        <p:spPr>
          <a:xfrm>
            <a:off x="1302654" y="12664440"/>
            <a:ext cx="695234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4"/>
          <p:cNvSpPr txBox="1"/>
          <p:nvPr>
            <p:ph idx="12" type="sldNum"/>
          </p:nvPr>
        </p:nvSpPr>
        <p:spPr>
          <a:xfrm>
            <a:off x="19812000" y="12630986"/>
            <a:ext cx="32896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6" name="Google Shape;86;p24"/>
          <p:cNvSpPr txBox="1"/>
          <p:nvPr>
            <p:ph idx="8" type="body"/>
          </p:nvPr>
        </p:nvSpPr>
        <p:spPr>
          <a:xfrm>
            <a:off x="8674101" y="12856752"/>
            <a:ext cx="6937374" cy="3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24"/>
          <p:cNvSpPr txBox="1"/>
          <p:nvPr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misis.ru</a:t>
            </a:r>
            <a:endParaRPr sz="16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5648" y="399072"/>
            <a:ext cx="2394000" cy="96194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4"/>
          <p:cNvSpPr txBox="1"/>
          <p:nvPr>
            <p:ph idx="9" type="body"/>
          </p:nvPr>
        </p:nvSpPr>
        <p:spPr>
          <a:xfrm>
            <a:off x="12363313" y="9448799"/>
            <a:ext cx="10738355" cy="2900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ри колонки">
  <p:cSld name="Три колонки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type="ctrTitle"/>
          </p:nvPr>
        </p:nvSpPr>
        <p:spPr>
          <a:xfrm>
            <a:off x="1298516" y="2115691"/>
            <a:ext cx="10626783" cy="1878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178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300"/>
              <a:buFont typeface="Arial"/>
              <a:buNone/>
              <a:defRPr sz="7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2" name="Google Shape;9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35865" y="5430202"/>
            <a:ext cx="162178" cy="12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5"/>
          <p:cNvSpPr txBox="1"/>
          <p:nvPr>
            <p:ph idx="1" type="body"/>
          </p:nvPr>
        </p:nvSpPr>
        <p:spPr>
          <a:xfrm>
            <a:off x="1298516" y="7924800"/>
            <a:ext cx="6936767" cy="3795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2" type="body"/>
          </p:nvPr>
        </p:nvSpPr>
        <p:spPr>
          <a:xfrm>
            <a:off x="1338232" y="7037794"/>
            <a:ext cx="6897051" cy="593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5"/>
          <p:cNvSpPr txBox="1"/>
          <p:nvPr>
            <p:ph idx="11" type="ftr"/>
          </p:nvPr>
        </p:nvSpPr>
        <p:spPr>
          <a:xfrm>
            <a:off x="1302654" y="12664440"/>
            <a:ext cx="695234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12" type="sldNum"/>
          </p:nvPr>
        </p:nvSpPr>
        <p:spPr>
          <a:xfrm>
            <a:off x="19812000" y="12630986"/>
            <a:ext cx="32896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7" name="Google Shape;97;p25"/>
          <p:cNvSpPr txBox="1"/>
          <p:nvPr>
            <p:ph idx="3" type="body"/>
          </p:nvPr>
        </p:nvSpPr>
        <p:spPr>
          <a:xfrm>
            <a:off x="8674101" y="12856752"/>
            <a:ext cx="6937374" cy="3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5"/>
          <p:cNvSpPr txBox="1"/>
          <p:nvPr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misis.ru</a:t>
            </a:r>
            <a:endParaRPr sz="16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5648" y="399072"/>
            <a:ext cx="2394000" cy="96194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5"/>
          <p:cNvSpPr txBox="1"/>
          <p:nvPr>
            <p:ph idx="4" type="body"/>
          </p:nvPr>
        </p:nvSpPr>
        <p:spPr>
          <a:xfrm>
            <a:off x="8674101" y="7037794"/>
            <a:ext cx="6937374" cy="593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5" type="body"/>
          </p:nvPr>
        </p:nvSpPr>
        <p:spPr>
          <a:xfrm>
            <a:off x="16054389" y="7037793"/>
            <a:ext cx="6937374" cy="593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6" type="body"/>
          </p:nvPr>
        </p:nvSpPr>
        <p:spPr>
          <a:xfrm>
            <a:off x="8674101" y="7924800"/>
            <a:ext cx="6936767" cy="3795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5"/>
          <p:cNvSpPr txBox="1"/>
          <p:nvPr>
            <p:ph idx="7" type="body"/>
          </p:nvPr>
        </p:nvSpPr>
        <p:spPr>
          <a:xfrm>
            <a:off x="16054996" y="7924800"/>
            <a:ext cx="6936767" cy="3795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04" name="Google Shape;10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0650" y="4776190"/>
            <a:ext cx="2217600" cy="183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2351" y="4599790"/>
            <a:ext cx="1764000" cy="2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116300" y="4401790"/>
            <a:ext cx="1924670" cy="221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Акцентные плашки">
  <p:cSld name="Акцентные плашки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6"/>
          <p:cNvSpPr/>
          <p:nvPr/>
        </p:nvSpPr>
        <p:spPr>
          <a:xfrm>
            <a:off x="12442825" y="4707604"/>
            <a:ext cx="11939588" cy="5712745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6"/>
          <p:cNvSpPr txBox="1"/>
          <p:nvPr>
            <p:ph type="ctrTitle"/>
          </p:nvPr>
        </p:nvSpPr>
        <p:spPr>
          <a:xfrm>
            <a:off x="1298516" y="2115691"/>
            <a:ext cx="10626783" cy="1878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178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300"/>
              <a:buFont typeface="Arial"/>
              <a:buNone/>
              <a:defRPr sz="7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35865" y="5430202"/>
            <a:ext cx="162178" cy="12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6"/>
          <p:cNvSpPr txBox="1"/>
          <p:nvPr>
            <p:ph idx="1" type="body"/>
          </p:nvPr>
        </p:nvSpPr>
        <p:spPr>
          <a:xfrm>
            <a:off x="1297765" y="4572755"/>
            <a:ext cx="10627535" cy="77002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b="0" sz="4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26"/>
          <p:cNvSpPr txBox="1"/>
          <p:nvPr>
            <p:ph idx="11" type="ftr"/>
          </p:nvPr>
        </p:nvSpPr>
        <p:spPr>
          <a:xfrm>
            <a:off x="1302654" y="12664440"/>
            <a:ext cx="695234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6"/>
          <p:cNvSpPr txBox="1"/>
          <p:nvPr>
            <p:ph idx="12" type="sldNum"/>
          </p:nvPr>
        </p:nvSpPr>
        <p:spPr>
          <a:xfrm>
            <a:off x="19812000" y="12630986"/>
            <a:ext cx="32896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14" name="Google Shape;114;p26"/>
          <p:cNvSpPr txBox="1"/>
          <p:nvPr>
            <p:ph idx="2" type="body"/>
          </p:nvPr>
        </p:nvSpPr>
        <p:spPr>
          <a:xfrm>
            <a:off x="8674101" y="12856752"/>
            <a:ext cx="6937374" cy="3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6"/>
          <p:cNvSpPr txBox="1"/>
          <p:nvPr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misis.ru</a:t>
            </a:r>
            <a:endParaRPr sz="16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5648" y="399072"/>
            <a:ext cx="2394000" cy="96194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6"/>
          <p:cNvSpPr txBox="1"/>
          <p:nvPr>
            <p:ph idx="3" type="body"/>
          </p:nvPr>
        </p:nvSpPr>
        <p:spPr>
          <a:xfrm>
            <a:off x="16035339" y="5373052"/>
            <a:ext cx="6937374" cy="11801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300"/>
              <a:buNone/>
              <a:defRPr sz="7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6"/>
          <p:cNvSpPr txBox="1"/>
          <p:nvPr>
            <p:ph idx="4" type="body"/>
          </p:nvPr>
        </p:nvSpPr>
        <p:spPr>
          <a:xfrm>
            <a:off x="16035946" y="6648450"/>
            <a:ext cx="6936767" cy="3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b="0" sz="4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19" name="Google Shape;11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193279" y="5430202"/>
            <a:ext cx="2167200" cy="1813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Акцентные плашки 1">
  <p:cSld name="Акцентные плашки 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/>
          <p:nvPr/>
        </p:nvSpPr>
        <p:spPr>
          <a:xfrm>
            <a:off x="0" y="4707604"/>
            <a:ext cx="24382413" cy="737009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7"/>
          <p:cNvSpPr txBox="1"/>
          <p:nvPr>
            <p:ph type="ctrTitle"/>
          </p:nvPr>
        </p:nvSpPr>
        <p:spPr>
          <a:xfrm>
            <a:off x="1298516" y="2115691"/>
            <a:ext cx="10626783" cy="1878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178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300"/>
              <a:buFont typeface="Arial"/>
              <a:buNone/>
              <a:defRPr sz="7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3" name="Google Shape;12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35865" y="5430202"/>
            <a:ext cx="162178" cy="12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1297765" y="6553200"/>
            <a:ext cx="1062753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b="0" sz="4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7"/>
          <p:cNvSpPr txBox="1"/>
          <p:nvPr>
            <p:ph idx="11" type="ftr"/>
          </p:nvPr>
        </p:nvSpPr>
        <p:spPr>
          <a:xfrm>
            <a:off x="1302654" y="12664440"/>
            <a:ext cx="695234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7"/>
          <p:cNvSpPr txBox="1"/>
          <p:nvPr>
            <p:ph idx="12" type="sldNum"/>
          </p:nvPr>
        </p:nvSpPr>
        <p:spPr>
          <a:xfrm>
            <a:off x="19812000" y="12630986"/>
            <a:ext cx="32896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27" name="Google Shape;127;p27"/>
          <p:cNvSpPr txBox="1"/>
          <p:nvPr>
            <p:ph idx="2" type="body"/>
          </p:nvPr>
        </p:nvSpPr>
        <p:spPr>
          <a:xfrm>
            <a:off x="8674101" y="12856752"/>
            <a:ext cx="6937374" cy="3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7"/>
          <p:cNvSpPr txBox="1"/>
          <p:nvPr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misis.ru</a:t>
            </a:r>
            <a:endParaRPr sz="16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5648" y="399072"/>
            <a:ext cx="2394000" cy="96194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7"/>
          <p:cNvSpPr txBox="1"/>
          <p:nvPr>
            <p:ph idx="3" type="body"/>
          </p:nvPr>
        </p:nvSpPr>
        <p:spPr>
          <a:xfrm>
            <a:off x="1297765" y="5646681"/>
            <a:ext cx="10627535" cy="103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b="0" sz="5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27"/>
          <p:cNvSpPr txBox="1"/>
          <p:nvPr>
            <p:ph idx="4" type="body"/>
          </p:nvPr>
        </p:nvSpPr>
        <p:spPr>
          <a:xfrm>
            <a:off x="1297765" y="9692640"/>
            <a:ext cx="1062753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b="0" sz="4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27"/>
          <p:cNvSpPr txBox="1"/>
          <p:nvPr>
            <p:ph idx="5" type="body"/>
          </p:nvPr>
        </p:nvSpPr>
        <p:spPr>
          <a:xfrm>
            <a:off x="1297765" y="8786121"/>
            <a:ext cx="10627535" cy="103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b="0" sz="5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27"/>
          <p:cNvSpPr txBox="1"/>
          <p:nvPr>
            <p:ph idx="6" type="body"/>
          </p:nvPr>
        </p:nvSpPr>
        <p:spPr>
          <a:xfrm>
            <a:off x="12364228" y="6553200"/>
            <a:ext cx="10627535" cy="51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b="0" sz="4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7" type="body"/>
          </p:nvPr>
        </p:nvSpPr>
        <p:spPr>
          <a:xfrm>
            <a:off x="12364228" y="5646681"/>
            <a:ext cx="10627535" cy="103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b="0" sz="5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Акцентные плашки 2">
  <p:cSld name="Акцентные плашки 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8"/>
          <p:cNvSpPr/>
          <p:nvPr/>
        </p:nvSpPr>
        <p:spPr>
          <a:xfrm>
            <a:off x="1" y="3907504"/>
            <a:ext cx="11668538" cy="7370096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8"/>
          <p:cNvSpPr txBox="1"/>
          <p:nvPr>
            <p:ph type="ctrTitle"/>
          </p:nvPr>
        </p:nvSpPr>
        <p:spPr>
          <a:xfrm>
            <a:off x="1298516" y="2115691"/>
            <a:ext cx="10626783" cy="1878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178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300"/>
              <a:buFont typeface="Arial"/>
              <a:buNone/>
              <a:defRPr sz="7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8" name="Google Shape;138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35865" y="5430202"/>
            <a:ext cx="162178" cy="12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8"/>
          <p:cNvSpPr txBox="1"/>
          <p:nvPr>
            <p:ph idx="11" type="ftr"/>
          </p:nvPr>
        </p:nvSpPr>
        <p:spPr>
          <a:xfrm>
            <a:off x="1302654" y="12664440"/>
            <a:ext cx="695234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8"/>
          <p:cNvSpPr txBox="1"/>
          <p:nvPr>
            <p:ph idx="12" type="sldNum"/>
          </p:nvPr>
        </p:nvSpPr>
        <p:spPr>
          <a:xfrm>
            <a:off x="19812000" y="12630986"/>
            <a:ext cx="32896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1" name="Google Shape;141;p28"/>
          <p:cNvSpPr txBox="1"/>
          <p:nvPr>
            <p:ph idx="1" type="body"/>
          </p:nvPr>
        </p:nvSpPr>
        <p:spPr>
          <a:xfrm>
            <a:off x="8674101" y="12856752"/>
            <a:ext cx="6937374" cy="3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2" name="Google Shape;142;p28"/>
          <p:cNvSpPr txBox="1"/>
          <p:nvPr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misis.ru</a:t>
            </a:r>
            <a:endParaRPr sz="16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5648" y="399072"/>
            <a:ext cx="2394000" cy="96194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8"/>
          <p:cNvSpPr txBox="1"/>
          <p:nvPr>
            <p:ph idx="2" type="body"/>
          </p:nvPr>
        </p:nvSpPr>
        <p:spPr>
          <a:xfrm>
            <a:off x="1297766" y="5697107"/>
            <a:ext cx="9217834" cy="50769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b="0" sz="4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28"/>
          <p:cNvSpPr txBox="1"/>
          <p:nvPr>
            <p:ph idx="3" type="body"/>
          </p:nvPr>
        </p:nvSpPr>
        <p:spPr>
          <a:xfrm>
            <a:off x="1297765" y="4790588"/>
            <a:ext cx="9217835" cy="10398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200"/>
              <a:buNone/>
              <a:defRPr b="0" sz="52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4" type="body"/>
          </p:nvPr>
        </p:nvSpPr>
        <p:spPr>
          <a:xfrm>
            <a:off x="12297582" y="4370696"/>
            <a:ext cx="3749905" cy="2097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0"/>
              <a:buNone/>
              <a:defRPr sz="14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5" type="body"/>
          </p:nvPr>
        </p:nvSpPr>
        <p:spPr>
          <a:xfrm>
            <a:off x="12354962" y="6468184"/>
            <a:ext cx="3761338" cy="14197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зображения">
  <p:cSld name="Изображения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>
            <p:ph type="ctrTitle"/>
          </p:nvPr>
        </p:nvSpPr>
        <p:spPr>
          <a:xfrm>
            <a:off x="1298516" y="2115691"/>
            <a:ext cx="10626783" cy="1878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178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300"/>
              <a:buFont typeface="Arial"/>
              <a:buNone/>
              <a:defRPr sz="7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50" name="Google Shape;150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35865" y="5430202"/>
            <a:ext cx="162178" cy="12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1298516" y="7281725"/>
            <a:ext cx="10626783" cy="1050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200"/>
              <a:buNone/>
              <a:defRPr sz="52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9"/>
          <p:cNvSpPr txBox="1"/>
          <p:nvPr>
            <p:ph idx="2" type="body"/>
          </p:nvPr>
        </p:nvSpPr>
        <p:spPr>
          <a:xfrm>
            <a:off x="1298516" y="8328993"/>
            <a:ext cx="14312959" cy="36774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29"/>
          <p:cNvSpPr txBox="1"/>
          <p:nvPr>
            <p:ph idx="11" type="ftr"/>
          </p:nvPr>
        </p:nvSpPr>
        <p:spPr>
          <a:xfrm>
            <a:off x="1302654" y="12664440"/>
            <a:ext cx="695234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9"/>
          <p:cNvSpPr txBox="1"/>
          <p:nvPr>
            <p:ph idx="12" type="sldNum"/>
          </p:nvPr>
        </p:nvSpPr>
        <p:spPr>
          <a:xfrm>
            <a:off x="19812000" y="12630986"/>
            <a:ext cx="32896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5" name="Google Shape;155;p29"/>
          <p:cNvSpPr txBox="1"/>
          <p:nvPr>
            <p:ph idx="3" type="body"/>
          </p:nvPr>
        </p:nvSpPr>
        <p:spPr>
          <a:xfrm>
            <a:off x="8674101" y="12856752"/>
            <a:ext cx="6937374" cy="3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9"/>
          <p:cNvSpPr txBox="1"/>
          <p:nvPr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misis.ru</a:t>
            </a:r>
            <a:endParaRPr sz="16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5648" y="399072"/>
            <a:ext cx="2394000" cy="9619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Изображения 1">
  <p:cSld name="Изображения 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ctrTitle"/>
          </p:nvPr>
        </p:nvSpPr>
        <p:spPr>
          <a:xfrm>
            <a:off x="1298516" y="2115691"/>
            <a:ext cx="10626783" cy="1878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178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300"/>
              <a:buFont typeface="Arial"/>
              <a:buNone/>
              <a:defRPr sz="7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0" name="Google Shape;16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35865" y="5430202"/>
            <a:ext cx="162178" cy="12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1298517" y="4572001"/>
            <a:ext cx="10626784" cy="36774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30"/>
          <p:cNvSpPr txBox="1"/>
          <p:nvPr>
            <p:ph idx="11" type="ftr"/>
          </p:nvPr>
        </p:nvSpPr>
        <p:spPr>
          <a:xfrm>
            <a:off x="1302654" y="12664440"/>
            <a:ext cx="695234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0"/>
          <p:cNvSpPr txBox="1"/>
          <p:nvPr>
            <p:ph idx="12" type="sldNum"/>
          </p:nvPr>
        </p:nvSpPr>
        <p:spPr>
          <a:xfrm>
            <a:off x="19812000" y="12630986"/>
            <a:ext cx="32896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4" name="Google Shape;164;p30"/>
          <p:cNvSpPr txBox="1"/>
          <p:nvPr>
            <p:ph idx="2" type="body"/>
          </p:nvPr>
        </p:nvSpPr>
        <p:spPr>
          <a:xfrm>
            <a:off x="8674101" y="12856752"/>
            <a:ext cx="6937374" cy="3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30"/>
          <p:cNvSpPr txBox="1"/>
          <p:nvPr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misis.ru</a:t>
            </a:r>
            <a:endParaRPr sz="16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5648" y="399072"/>
            <a:ext cx="2394000" cy="96194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0"/>
          <p:cNvSpPr/>
          <p:nvPr/>
        </p:nvSpPr>
        <p:spPr>
          <a:xfrm>
            <a:off x="0" y="8533870"/>
            <a:ext cx="11939588" cy="3393087"/>
          </a:xfrm>
          <a:prstGeom prst="rect">
            <a:avLst/>
          </a:prstGeom>
          <a:solidFill>
            <a:schemeClr val="accent6"/>
          </a:soli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accent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0"/>
          <p:cNvSpPr txBox="1"/>
          <p:nvPr>
            <p:ph idx="3" type="body"/>
          </p:nvPr>
        </p:nvSpPr>
        <p:spPr>
          <a:xfrm>
            <a:off x="4943270" y="8909945"/>
            <a:ext cx="6982029" cy="11801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300"/>
              <a:buNone/>
              <a:defRPr sz="73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30"/>
          <p:cNvSpPr txBox="1"/>
          <p:nvPr>
            <p:ph idx="4" type="body"/>
          </p:nvPr>
        </p:nvSpPr>
        <p:spPr>
          <a:xfrm>
            <a:off x="4956411" y="10189483"/>
            <a:ext cx="6968889" cy="1379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None/>
              <a:defRPr b="0" sz="4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70" name="Google Shape;17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28581" y="9141922"/>
            <a:ext cx="2286000" cy="1896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189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иаграмма">
  <p:cSld name="Диаграмма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ctrTitle"/>
          </p:nvPr>
        </p:nvSpPr>
        <p:spPr>
          <a:xfrm>
            <a:off x="1298516" y="2115691"/>
            <a:ext cx="10626783" cy="1103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178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300"/>
              <a:buFont typeface="Arial"/>
              <a:buNone/>
              <a:defRPr sz="7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3" name="Google Shape;173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35865" y="5430202"/>
            <a:ext cx="162178" cy="12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16035130" y="2029598"/>
            <a:ext cx="6956632" cy="1050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5" name="Google Shape;175;p31"/>
          <p:cNvSpPr txBox="1"/>
          <p:nvPr>
            <p:ph idx="11" type="ftr"/>
          </p:nvPr>
        </p:nvSpPr>
        <p:spPr>
          <a:xfrm>
            <a:off x="1302654" y="12664440"/>
            <a:ext cx="695234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1"/>
          <p:cNvSpPr txBox="1"/>
          <p:nvPr>
            <p:ph idx="12" type="sldNum"/>
          </p:nvPr>
        </p:nvSpPr>
        <p:spPr>
          <a:xfrm>
            <a:off x="19812000" y="12630986"/>
            <a:ext cx="32896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7" name="Google Shape;177;p31"/>
          <p:cNvSpPr txBox="1"/>
          <p:nvPr>
            <p:ph idx="2" type="body"/>
          </p:nvPr>
        </p:nvSpPr>
        <p:spPr>
          <a:xfrm>
            <a:off x="8674101" y="12856752"/>
            <a:ext cx="6937374" cy="3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31"/>
          <p:cNvSpPr txBox="1"/>
          <p:nvPr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misis.ru</a:t>
            </a:r>
            <a:endParaRPr sz="16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9" name="Google Shape;17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5648" y="399072"/>
            <a:ext cx="2394000" cy="96194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31"/>
          <p:cNvSpPr txBox="1"/>
          <p:nvPr>
            <p:ph idx="3" type="body"/>
          </p:nvPr>
        </p:nvSpPr>
        <p:spPr>
          <a:xfrm>
            <a:off x="16056666" y="3664028"/>
            <a:ext cx="6937374" cy="2657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График 1">
  <p:cSld name="График 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35865" y="5430202"/>
            <a:ext cx="162178" cy="12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2"/>
          <p:cNvSpPr txBox="1"/>
          <p:nvPr>
            <p:ph idx="1" type="body"/>
          </p:nvPr>
        </p:nvSpPr>
        <p:spPr>
          <a:xfrm>
            <a:off x="16035130" y="2029598"/>
            <a:ext cx="6956632" cy="1050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4" name="Google Shape;184;p32"/>
          <p:cNvSpPr txBox="1"/>
          <p:nvPr>
            <p:ph idx="11" type="ftr"/>
          </p:nvPr>
        </p:nvSpPr>
        <p:spPr>
          <a:xfrm>
            <a:off x="1302654" y="12664440"/>
            <a:ext cx="695234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2"/>
          <p:cNvSpPr txBox="1"/>
          <p:nvPr>
            <p:ph idx="12" type="sldNum"/>
          </p:nvPr>
        </p:nvSpPr>
        <p:spPr>
          <a:xfrm>
            <a:off x="19812000" y="12630986"/>
            <a:ext cx="32896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6" name="Google Shape;186;p32"/>
          <p:cNvSpPr txBox="1"/>
          <p:nvPr>
            <p:ph idx="2" type="body"/>
          </p:nvPr>
        </p:nvSpPr>
        <p:spPr>
          <a:xfrm>
            <a:off x="8674101" y="12856752"/>
            <a:ext cx="6937374" cy="3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7" name="Google Shape;187;p32"/>
          <p:cNvSpPr txBox="1"/>
          <p:nvPr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misis.ru</a:t>
            </a:r>
            <a:endParaRPr sz="16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5648" y="399072"/>
            <a:ext cx="2394000" cy="96194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2"/>
          <p:cNvSpPr txBox="1"/>
          <p:nvPr>
            <p:ph idx="3" type="body"/>
          </p:nvPr>
        </p:nvSpPr>
        <p:spPr>
          <a:xfrm>
            <a:off x="16056666" y="3664028"/>
            <a:ext cx="6937374" cy="26572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32"/>
          <p:cNvSpPr txBox="1"/>
          <p:nvPr>
            <p:ph type="ctrTitle"/>
          </p:nvPr>
        </p:nvSpPr>
        <p:spPr>
          <a:xfrm>
            <a:off x="1298516" y="2115691"/>
            <a:ext cx="10626783" cy="18787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178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300"/>
              <a:buFont typeface="Arial"/>
              <a:buNone/>
              <a:defRPr sz="7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">
  <p:cSld name="Таблица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>
            <p:ph type="ctrTitle"/>
          </p:nvPr>
        </p:nvSpPr>
        <p:spPr>
          <a:xfrm>
            <a:off x="1298516" y="2115691"/>
            <a:ext cx="10626783" cy="1103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178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300"/>
              <a:buFont typeface="Arial"/>
              <a:buNone/>
              <a:defRPr sz="7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3" name="Google Shape;193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35865" y="5430202"/>
            <a:ext cx="162178" cy="12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3"/>
          <p:cNvSpPr txBox="1"/>
          <p:nvPr>
            <p:ph idx="1" type="body"/>
          </p:nvPr>
        </p:nvSpPr>
        <p:spPr>
          <a:xfrm>
            <a:off x="1298368" y="3512130"/>
            <a:ext cx="3259345" cy="1050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33"/>
          <p:cNvSpPr txBox="1"/>
          <p:nvPr>
            <p:ph idx="11" type="ftr"/>
          </p:nvPr>
        </p:nvSpPr>
        <p:spPr>
          <a:xfrm>
            <a:off x="1302654" y="12664440"/>
            <a:ext cx="6952346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3"/>
          <p:cNvSpPr txBox="1"/>
          <p:nvPr>
            <p:ph idx="12" type="sldNum"/>
          </p:nvPr>
        </p:nvSpPr>
        <p:spPr>
          <a:xfrm>
            <a:off x="19812000" y="12630986"/>
            <a:ext cx="32896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23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97" name="Google Shape;197;p33"/>
          <p:cNvSpPr txBox="1"/>
          <p:nvPr>
            <p:ph idx="2" type="body"/>
          </p:nvPr>
        </p:nvSpPr>
        <p:spPr>
          <a:xfrm>
            <a:off x="8674101" y="12856752"/>
            <a:ext cx="6937374" cy="355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None/>
              <a:defRPr sz="15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8" name="Google Shape;198;p33"/>
          <p:cNvSpPr txBox="1"/>
          <p:nvPr/>
        </p:nvSpPr>
        <p:spPr>
          <a:xfrm>
            <a:off x="19812000" y="655721"/>
            <a:ext cx="3273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misis.ru</a:t>
            </a:r>
            <a:endParaRPr sz="16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5648" y="399072"/>
            <a:ext cx="2394000" cy="96194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3"/>
          <p:cNvSpPr txBox="1"/>
          <p:nvPr>
            <p:ph idx="3" type="body"/>
          </p:nvPr>
        </p:nvSpPr>
        <p:spPr>
          <a:xfrm>
            <a:off x="5007804" y="3512131"/>
            <a:ext cx="6937374" cy="10507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3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76">
          <p15:clr>
            <a:srgbClr val="FBAE40"/>
          </p15:clr>
        </p15:guide>
        <p15:guide id="2" pos="14483">
          <p15:clr>
            <a:srgbClr val="FBAE40"/>
          </p15:clr>
        </p15:guide>
        <p15:guide id="3" pos="2871">
          <p15:clr>
            <a:srgbClr val="FBAE40"/>
          </p15:clr>
        </p15:guide>
        <p15:guide id="4" pos="3212">
          <p15:clr>
            <a:srgbClr val="FBAE40"/>
          </p15:clr>
        </p15:guide>
        <p15:guide id="5" pos="5200">
          <p15:clr>
            <a:srgbClr val="FBAE40"/>
          </p15:clr>
        </p15:guide>
        <p15:guide id="6" pos="5512">
          <p15:clr>
            <a:srgbClr val="FBAE40"/>
          </p15:clr>
        </p15:guide>
        <p15:guide id="7" pos="7512">
          <p15:clr>
            <a:srgbClr val="FBAE40"/>
          </p15:clr>
        </p15:guide>
        <p15:guide id="8" pos="7838">
          <p15:clr>
            <a:srgbClr val="FBAE40"/>
          </p15:clr>
        </p15:guide>
        <p15:guide id="9" pos="9834">
          <p15:clr>
            <a:srgbClr val="FBAE40"/>
          </p15:clr>
        </p15:guide>
        <p15:guide id="10" pos="10152">
          <p15:clr>
            <a:srgbClr val="FBAE40"/>
          </p15:clr>
        </p15:guide>
        <p15:guide id="11" pos="12160">
          <p15:clr>
            <a:srgbClr val="FBAE40"/>
          </p15:clr>
        </p15:guide>
        <p15:guide id="12" pos="12480">
          <p15:clr>
            <a:srgbClr val="FBAE40"/>
          </p15:clr>
        </p15:guide>
        <p15:guide id="13" orient="horz" pos="1344">
          <p15:clr>
            <a:srgbClr val="FBAE40"/>
          </p15:clr>
        </p15:guide>
        <p15:guide id="14" orient="horz" pos="7767">
          <p15:clr>
            <a:srgbClr val="FBAE40"/>
          </p15:clr>
        </p15:guide>
        <p15:guide id="15" orient="horz" pos="8232">
          <p15:clr>
            <a:srgbClr val="FBAE40"/>
          </p15:clr>
        </p15:guide>
        <p15:guide id="16" orient="horz" pos="55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E64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1676291" y="730251"/>
            <a:ext cx="21029831" cy="2651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"/>
              <a:buNone/>
              <a:defRPr b="0" i="0" sz="8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1676291" y="3651250"/>
            <a:ext cx="21029831" cy="8702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584200" lvl="0" marL="457200" marR="0" rtl="0" algn="l">
              <a:lnSpc>
                <a:spcPct val="9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533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Char char="•"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826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Char char="•"/>
              <a:defRPr b="0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572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572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572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572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572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572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1676291" y="12712701"/>
            <a:ext cx="5486043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8076675" y="12712701"/>
            <a:ext cx="8229064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17220079" y="12712701"/>
            <a:ext cx="5486043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"/>
          <p:cNvSpPr txBox="1"/>
          <p:nvPr>
            <p:ph idx="4294967295" type="sldNum"/>
          </p:nvPr>
        </p:nvSpPr>
        <p:spPr>
          <a:xfrm>
            <a:off x="19812000" y="12630986"/>
            <a:ext cx="3289668" cy="730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>
                <a:latin typeface="Tahoma"/>
                <a:ea typeface="Tahoma"/>
                <a:cs typeface="Tahoma"/>
                <a:sym typeface="Tahoma"/>
              </a:rPr>
              <a:t>‹#›</a:t>
            </a:fld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7" name="Google Shape;207;p2"/>
          <p:cNvSpPr txBox="1"/>
          <p:nvPr/>
        </p:nvSpPr>
        <p:spPr>
          <a:xfrm>
            <a:off x="1390650" y="4753420"/>
            <a:ext cx="21601113" cy="7171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ВЫПУСКНАЯ КВАЛИФИКАЦИОННАЯ РАБОТА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5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«Тема вашей ВКР»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Автор: ФИО, курс, группа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Научный руководитель: учёная степень, учёное звание [должность], ФИО </a:t>
            </a:r>
            <a:endParaRPr/>
          </a:p>
        </p:txBody>
      </p:sp>
      <p:sp>
        <p:nvSpPr>
          <p:cNvPr id="208" name="Google Shape;208;p2"/>
          <p:cNvSpPr txBox="1"/>
          <p:nvPr/>
        </p:nvSpPr>
        <p:spPr>
          <a:xfrm>
            <a:off x="1390650" y="712109"/>
            <a:ext cx="21601113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Филиал Национального исследовательского технологического университета «МИСИС»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 г. Алмалык Республики Узбекистан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Кафедра «Информационные технологии и автоматизация технологических процессов и производств»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Направление подготовки: 15.03.04 – Автоматизация технологических процессов и производств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Профиль подготовки:  Автоматизированные системы в производственной сфере</a:t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2"/>
          <p:cNvCxnSpPr/>
          <p:nvPr/>
        </p:nvCxnSpPr>
        <p:spPr>
          <a:xfrm>
            <a:off x="1390650" y="2491635"/>
            <a:ext cx="21601113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0" name="Google Shape;210;p2"/>
          <p:cNvSpPr txBox="1"/>
          <p:nvPr/>
        </p:nvSpPr>
        <p:spPr>
          <a:xfrm>
            <a:off x="6094476" y="12917347"/>
            <a:ext cx="1218895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г. Алмалык, 2025 г.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"/>
          <p:cNvSpPr txBox="1"/>
          <p:nvPr/>
        </p:nvSpPr>
        <p:spPr>
          <a:xfrm>
            <a:off x="1390649" y="890778"/>
            <a:ext cx="216011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ОБЩИЕ ПОЛОЖЕНИЯ</a:t>
            </a:r>
            <a:endParaRPr/>
          </a:p>
        </p:txBody>
      </p:sp>
      <p:sp>
        <p:nvSpPr>
          <p:cNvPr id="216" name="Google Shape;216;p3"/>
          <p:cNvSpPr txBox="1"/>
          <p:nvPr/>
        </p:nvSpPr>
        <p:spPr>
          <a:xfrm>
            <a:off x="2266950" y="4819650"/>
            <a:ext cx="1847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"/>
          <p:cNvSpPr txBox="1"/>
          <p:nvPr/>
        </p:nvSpPr>
        <p:spPr>
          <a:xfrm>
            <a:off x="1733550" y="4127087"/>
            <a:ext cx="20935156" cy="6555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60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Блоки второго слайда: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600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 Актуальность работы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2. Цель исследования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3. Задачи исследования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4. Объект и предмет исследования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 Методы исследования</a:t>
            </a:r>
            <a:endParaRPr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"/>
          <p:cNvSpPr txBox="1"/>
          <p:nvPr/>
        </p:nvSpPr>
        <p:spPr>
          <a:xfrm>
            <a:off x="1390649" y="890778"/>
            <a:ext cx="216011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ОБЗОР И АНАЛИЗ СУЩЕСТВУЮЩИХ РЕШЕНИЙ</a:t>
            </a:r>
            <a:endParaRPr/>
          </a:p>
        </p:txBody>
      </p:sp>
      <p:sp>
        <p:nvSpPr>
          <p:cNvPr id="223" name="Google Shape;223;p4"/>
          <p:cNvSpPr txBox="1"/>
          <p:nvPr/>
        </p:nvSpPr>
        <p:spPr>
          <a:xfrm>
            <a:off x="2266950" y="4819650"/>
            <a:ext cx="1847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 txBox="1"/>
          <p:nvPr/>
        </p:nvSpPr>
        <p:spPr>
          <a:xfrm>
            <a:off x="1733550" y="4127087"/>
            <a:ext cx="20935156" cy="87100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60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Блоки третьего слайда: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600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Ключевые источники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– авторы и публикации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– основные направления развития темы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Современные методы и технологии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– краткое описание 2–3 подходов (алгоритмов, систем, инструментов)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Преимущества и ограничения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– что даёт каждый подход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– какие проблемы пока не решены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Вывод по обзору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– на чём основывается ваша работа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– какие «пробелы» вы собираетесь заполнить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"/>
          <p:cNvSpPr txBox="1"/>
          <p:nvPr/>
        </p:nvSpPr>
        <p:spPr>
          <a:xfrm>
            <a:off x="1390649" y="890778"/>
            <a:ext cx="216011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ПОСТАНОВКА ЗАДАЧИ И ОБЩАЯ АРХИТЕКТУРА РЕШЕНИЯ</a:t>
            </a:r>
            <a:endParaRPr/>
          </a:p>
        </p:txBody>
      </p:sp>
      <p:sp>
        <p:nvSpPr>
          <p:cNvPr id="230" name="Google Shape;230;p5"/>
          <p:cNvSpPr txBox="1"/>
          <p:nvPr/>
        </p:nvSpPr>
        <p:spPr>
          <a:xfrm>
            <a:off x="2266950" y="4819650"/>
            <a:ext cx="1847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1733550" y="4127087"/>
            <a:ext cx="20935156" cy="7478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60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Блоки четвёртого слайда: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600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Описание объекта автоматизации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– кратко: технологическая линия / процесс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Цель проектной части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– чего именно нужно достичь (повышение эффективности, снижение потерь и т. п.)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Требования к системе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– функциональные (что система должна делать)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– нефункциональные (надёжность, быстродействие)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Общая схема / блок-диаграмма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– показаны основные модули: датчики, контроллер, HMI, база данных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6"/>
          <p:cNvSpPr txBox="1"/>
          <p:nvPr/>
        </p:nvSpPr>
        <p:spPr>
          <a:xfrm>
            <a:off x="1390649" y="890778"/>
            <a:ext cx="216011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ТЕХНИЧЕСКОЕ РЕШЕНИЕ И РЕАЛИЗАЦИЯ</a:t>
            </a:r>
            <a:endParaRPr/>
          </a:p>
        </p:txBody>
      </p:sp>
      <p:sp>
        <p:nvSpPr>
          <p:cNvPr id="237" name="Google Shape;237;p6"/>
          <p:cNvSpPr txBox="1"/>
          <p:nvPr/>
        </p:nvSpPr>
        <p:spPr>
          <a:xfrm>
            <a:off x="2266950" y="4819650"/>
            <a:ext cx="1847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 txBox="1"/>
          <p:nvPr/>
        </p:nvSpPr>
        <p:spPr>
          <a:xfrm>
            <a:off x="1733550" y="4127087"/>
            <a:ext cx="20935156" cy="68634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60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Блоки пятого слайда: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600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Выбранные методы и инструменты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– ПЛК/SCADA, языки программирования, ПО (например, Codesys, Python, SQL)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Алгоритмическая часть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– кратко: алгоритм управления / сбора данных / обработки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Аппаратная составляющая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– перечень используемых датчиков, контроллеров, коммуникационных модулей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Этапы внедрения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– моделирование → отладка → пилотный запуск → интеграция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 txBox="1"/>
          <p:nvPr/>
        </p:nvSpPr>
        <p:spPr>
          <a:xfrm>
            <a:off x="1390649" y="890778"/>
            <a:ext cx="216011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МАТЕМАТИЧЕСКОЕ МОДЕЛИРОВАНИЕ</a:t>
            </a:r>
            <a:endParaRPr/>
          </a:p>
        </p:txBody>
      </p:sp>
      <p:sp>
        <p:nvSpPr>
          <p:cNvPr id="244" name="Google Shape;244;p7"/>
          <p:cNvSpPr txBox="1"/>
          <p:nvPr/>
        </p:nvSpPr>
        <p:spPr>
          <a:xfrm>
            <a:off x="2266950" y="4819650"/>
            <a:ext cx="1847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1733550" y="4127087"/>
            <a:ext cx="20935156" cy="9325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60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Блоки шестого слайда: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600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 Построение модели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Уравнения баланса (массы, энергии или др.)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Выбранные переменные и параметры (давление, уровень, расход и т.д.)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Предположения и упрощения (стационарность, линейность, отсутствие влияния шумов и т.п.)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2. Метод решения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Численный алгоритм (метод Эйлера, Рунге–Кутты и др.)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Средства реализации (MATLAB/Simulink, Python …)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3. Структура модели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Блочная схема расчетов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Входные данные и выходные результаты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Интервал дискретизации и шаг по времени</a:t>
            </a:r>
            <a:endParaRPr sz="4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8"/>
          <p:cNvSpPr txBox="1"/>
          <p:nvPr/>
        </p:nvSpPr>
        <p:spPr>
          <a:xfrm>
            <a:off x="1390649" y="890778"/>
            <a:ext cx="216011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РЕЗУЛЬТАТЫ МОДЕЛИРОВАНИЯ И ИХ АНАЛИЗ</a:t>
            </a:r>
            <a:endParaRPr/>
          </a:p>
        </p:txBody>
      </p:sp>
      <p:sp>
        <p:nvSpPr>
          <p:cNvPr id="251" name="Google Shape;251;p8"/>
          <p:cNvSpPr txBox="1"/>
          <p:nvPr/>
        </p:nvSpPr>
        <p:spPr>
          <a:xfrm>
            <a:off x="2266950" y="4819650"/>
            <a:ext cx="1847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1733550" y="4127087"/>
            <a:ext cx="20935156" cy="9264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60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Блоки седьмого слайда: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600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 Графики динамики параметров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Изменение давления/уровня/расхода во времени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Сравнение с экспериментальными или эталонными данными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2. Валидация модели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Погрешности и коэффициенты корреляции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Таблица ошибок (MAE, RMSE)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3. Анализ по теории автоматического управления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Влияние ключевых параметров на выход модели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Ступенчатое воздействие: переходная характеристика, время установления, перерегулирование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Импульсное воздействие: импульсная характеристика, затухание колебаний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Запас устойчивости: запасы по амплитуде и фазе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АЧХ и ФЧХ (диаграмма Боде)НЧХ (диаграмма Найквиста)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Корневой график (Root Locus)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Спектральный анализ (если применимо)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4. Выводы по результатам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Насколько модель соответствует реальному процессу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Рекомендации по доработке или применению</a:t>
            </a:r>
            <a:endParaRPr sz="2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9"/>
          <p:cNvSpPr txBox="1"/>
          <p:nvPr/>
        </p:nvSpPr>
        <p:spPr>
          <a:xfrm>
            <a:off x="1390649" y="890778"/>
            <a:ext cx="216011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ЭКОНОМИЧЕСКАЯ ОЦЕНКА ПРОЕКТА</a:t>
            </a:r>
            <a:endParaRPr/>
          </a:p>
        </p:txBody>
      </p:sp>
      <p:sp>
        <p:nvSpPr>
          <p:cNvPr id="258" name="Google Shape;258;p9"/>
          <p:cNvSpPr txBox="1"/>
          <p:nvPr/>
        </p:nvSpPr>
        <p:spPr>
          <a:xfrm>
            <a:off x="2266950" y="4819650"/>
            <a:ext cx="1847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1733550" y="4127087"/>
            <a:ext cx="20935156" cy="8032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60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Блоки восьмого слайда: 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600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 Инвестиционные затраты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Стоимость оборудования и ПО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Затраты на разработку и внедрение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2. Эксплуатационные расходы до и после внедрения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Энергопотребление, сырьё, расходные материалы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Трудозатраты на обслуживание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3. Экономический эффект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Сокращение затрат (абсолютное и в % от текущих расходов)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Увеличение производительности или выпуска продукции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4. Финансовые показатели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Чистая приведённая стоимость (NPV)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Индекс доходности (PI)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 Внутренняя норма доходности (IRR)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Срок окупаемости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Простой срок окупаемости (PBP)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6. Дисконтированный срок окупаемости (DPBP)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"/>
          <p:cNvSpPr txBox="1"/>
          <p:nvPr/>
        </p:nvSpPr>
        <p:spPr>
          <a:xfrm>
            <a:off x="1390649" y="890778"/>
            <a:ext cx="216011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ЗАКЛЮЧЕНИЕ</a:t>
            </a:r>
            <a:endParaRPr/>
          </a:p>
        </p:txBody>
      </p:sp>
      <p:sp>
        <p:nvSpPr>
          <p:cNvPr id="265" name="Google Shape;265;p10"/>
          <p:cNvSpPr txBox="1"/>
          <p:nvPr/>
        </p:nvSpPr>
        <p:spPr>
          <a:xfrm>
            <a:off x="2266950" y="4819650"/>
            <a:ext cx="1847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0"/>
          <p:cNvSpPr txBox="1"/>
          <p:nvPr/>
        </p:nvSpPr>
        <p:spPr>
          <a:xfrm>
            <a:off x="1733550" y="4127087"/>
            <a:ext cx="20935156" cy="9694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60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Блоки заключение:</a:t>
            </a:r>
            <a:endParaRPr b="1" i="1" sz="600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6000">
              <a:solidFill>
                <a:srgbClr val="00B0F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 Научная новизна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Формулировка оригинальных результатов исследования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Вклад в развитие теории автоматического управления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2. Практическая (производственная) значимость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Возможности внедрения в конкретных технологических процессах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Ожидаемое снижение затрат и повышение надёжности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3. Краткие итоги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Достигнутая цель и решённые задачи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Основные результаты проектной и исследовательской частей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4. Ограничения и предположения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Факторы, не учтённые в текущей модели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Условия корректного применения разработанного решения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 Перспективы дальнейших исследований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Расширение модели за счёт дополнительных параметров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Адаптация алгоритмов под другие технологические объекты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6. Рекомендации по внедрению и сопровождению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Периодичность калибровки и тестирования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План технического и методического сопровождения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"/>
          <p:cNvSpPr txBox="1"/>
          <p:nvPr/>
        </p:nvSpPr>
        <p:spPr>
          <a:xfrm>
            <a:off x="1390649" y="2152650"/>
            <a:ext cx="2160111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4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Цифровой двойник</a:t>
            </a:r>
            <a:endParaRPr/>
          </a:p>
        </p:txBody>
      </p:sp>
      <p:sp>
        <p:nvSpPr>
          <p:cNvPr id="272" name="Google Shape;272;p11"/>
          <p:cNvSpPr txBox="1"/>
          <p:nvPr/>
        </p:nvSpPr>
        <p:spPr>
          <a:xfrm>
            <a:off x="2266950" y="4819650"/>
            <a:ext cx="18473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1"/>
          <p:cNvSpPr txBox="1"/>
          <p:nvPr/>
        </p:nvSpPr>
        <p:spPr>
          <a:xfrm>
            <a:off x="1733550" y="4953000"/>
            <a:ext cx="20935156" cy="74789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60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Цифровой двойник </a:t>
            </a:r>
            <a:r>
              <a:rPr b="1" lang="ru-RU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– это программный аналог физического объекта, моделирующий внутренние процессы, технические характеристики, свойства и поведение реального объекта в условиях воздействий окружающей среды.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6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Для задания на него входных воздействий используется информация с датчиков реального устройства, действующего (работающего) параллельно.</a:t>
            </a:r>
            <a:endParaRPr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1"/>
          <p:cNvSpPr txBox="1"/>
          <p:nvPr/>
        </p:nvSpPr>
        <p:spPr>
          <a:xfrm>
            <a:off x="1733550" y="12420407"/>
            <a:ext cx="1296216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Michael Grieves. Origins of the Digital Twins Concept, 2016</a:t>
            </a:r>
            <a:endParaRPr sz="3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ada" id="275" name="Google Shape;27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21023" y="2247900"/>
            <a:ext cx="485775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"/>
          <p:cNvSpPr txBox="1"/>
          <p:nvPr>
            <p:ph type="ctrTitle"/>
          </p:nvPr>
        </p:nvSpPr>
        <p:spPr>
          <a:xfrm>
            <a:off x="4170333" y="5918604"/>
            <a:ext cx="16041747" cy="18787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6979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Arial"/>
              <a:buNone/>
            </a:pPr>
            <a:r>
              <a:rPr b="1" lang="ru-RU" sz="9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"/>
          <p:cNvSpPr txBox="1"/>
          <p:nvPr>
            <p:ph type="ctrTitle"/>
          </p:nvPr>
        </p:nvSpPr>
        <p:spPr>
          <a:xfrm>
            <a:off x="5615940" y="5053421"/>
            <a:ext cx="18752027" cy="1603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913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0"/>
              <a:buFont typeface="Tahoma"/>
              <a:buNone/>
            </a:pPr>
            <a:r>
              <a:rPr b="1" lang="ru-RU" sz="115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14 </a:t>
            </a:r>
            <a:r>
              <a:rPr b="1" lang="ru-RU" sz="11500">
                <a:solidFill>
                  <a:srgbClr val="939393"/>
                </a:solidFill>
                <a:latin typeface="Tahoma"/>
                <a:ea typeface="Tahoma"/>
                <a:cs typeface="Tahoma"/>
                <a:sym typeface="Tahoma"/>
              </a:rPr>
              <a:t>ЯДЕРНАЯ ЭНЕРГ</a:t>
            </a:r>
            <a:endParaRPr/>
          </a:p>
        </p:txBody>
      </p:sp>
      <p:sp>
        <p:nvSpPr>
          <p:cNvPr id="287" name="Google Shape;287;p13"/>
          <p:cNvSpPr txBox="1"/>
          <p:nvPr/>
        </p:nvSpPr>
        <p:spPr>
          <a:xfrm>
            <a:off x="6004561" y="3712923"/>
            <a:ext cx="16795274" cy="1603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913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0"/>
              <a:buFont typeface="Tahoma"/>
              <a:buNone/>
            </a:pPr>
            <a:r>
              <a:rPr b="1" lang="ru-RU" sz="115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13 </a:t>
            </a:r>
            <a:r>
              <a:rPr b="1" lang="ru-RU" sz="11500">
                <a:solidFill>
                  <a:srgbClr val="939393"/>
                </a:solidFill>
                <a:latin typeface="Tahoma"/>
                <a:ea typeface="Tahoma"/>
                <a:cs typeface="Tahoma"/>
                <a:sym typeface="Tahoma"/>
              </a:rPr>
              <a:t>ЭЛЕКТРО и ТЕП </a:t>
            </a:r>
            <a:endParaRPr/>
          </a:p>
        </p:txBody>
      </p:sp>
      <p:sp>
        <p:nvSpPr>
          <p:cNvPr id="288" name="Google Shape;288;p13"/>
          <p:cNvSpPr txBox="1"/>
          <p:nvPr/>
        </p:nvSpPr>
        <p:spPr>
          <a:xfrm>
            <a:off x="5067300" y="6393919"/>
            <a:ext cx="17206753" cy="1603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913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0"/>
              <a:buFont typeface="Tahoma"/>
              <a:buNone/>
            </a:pPr>
            <a:r>
              <a:rPr b="1" lang="ru-RU" sz="115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15.03.04 </a:t>
            </a:r>
            <a:r>
              <a:rPr b="1" lang="ru-RU" sz="11500">
                <a:solidFill>
                  <a:srgbClr val="939393"/>
                </a:solidFill>
                <a:latin typeface="Tahoma"/>
                <a:ea typeface="Tahoma"/>
                <a:cs typeface="Tahoma"/>
                <a:sym typeface="Tahoma"/>
              </a:rPr>
              <a:t>АВТОМАТИ</a:t>
            </a:r>
            <a:endParaRPr/>
          </a:p>
        </p:txBody>
      </p:sp>
      <p:sp>
        <p:nvSpPr>
          <p:cNvPr id="289" name="Google Shape;289;p13"/>
          <p:cNvSpPr txBox="1"/>
          <p:nvPr/>
        </p:nvSpPr>
        <p:spPr>
          <a:xfrm>
            <a:off x="5615941" y="7734417"/>
            <a:ext cx="18326894" cy="1603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9130"/>
              </a:lnSpc>
              <a:spcBef>
                <a:spcPts val="0"/>
              </a:spcBef>
              <a:spcAft>
                <a:spcPts val="0"/>
              </a:spcAft>
              <a:buClr>
                <a:srgbClr val="939393"/>
              </a:buClr>
              <a:buSzPts val="11500"/>
              <a:buFont typeface="Tahoma"/>
              <a:buNone/>
            </a:pPr>
            <a:r>
              <a:rPr b="1" lang="ru-RU" sz="11500">
                <a:solidFill>
                  <a:srgbClr val="939393"/>
                </a:solidFill>
                <a:latin typeface="Tahoma"/>
                <a:ea typeface="Tahoma"/>
                <a:cs typeface="Tahoma"/>
                <a:sym typeface="Tahoma"/>
              </a:rPr>
              <a:t>16 ФИЗИКО-ТЕХНИ</a:t>
            </a:r>
            <a:endParaRPr/>
          </a:p>
        </p:txBody>
      </p:sp>
      <p:sp>
        <p:nvSpPr>
          <p:cNvPr id="290" name="Google Shape;290;p13"/>
          <p:cNvSpPr txBox="1"/>
          <p:nvPr/>
        </p:nvSpPr>
        <p:spPr>
          <a:xfrm>
            <a:off x="6004561" y="9074915"/>
            <a:ext cx="17206754" cy="1603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913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0"/>
              <a:buFont typeface="Tahoma"/>
              <a:buNone/>
            </a:pPr>
            <a:r>
              <a:rPr b="1" lang="ru-RU" sz="115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18 </a:t>
            </a:r>
            <a:r>
              <a:rPr b="1" lang="ru-RU" sz="11500">
                <a:solidFill>
                  <a:srgbClr val="939393"/>
                </a:solidFill>
                <a:latin typeface="Tahoma"/>
                <a:ea typeface="Tahoma"/>
                <a:cs typeface="Tahoma"/>
                <a:sym typeface="Tahoma"/>
              </a:rPr>
              <a:t>ХИМИЧЕСКИЕ</a:t>
            </a:r>
            <a:endParaRPr/>
          </a:p>
        </p:txBody>
      </p:sp>
      <p:sp>
        <p:nvSpPr>
          <p:cNvPr id="291" name="Google Shape;291;p13"/>
          <p:cNvSpPr txBox="1"/>
          <p:nvPr/>
        </p:nvSpPr>
        <p:spPr>
          <a:xfrm>
            <a:off x="6324601" y="10415413"/>
            <a:ext cx="16475234" cy="1603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913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0"/>
              <a:buFont typeface="Tahoma"/>
              <a:buNone/>
            </a:pPr>
            <a:r>
              <a:rPr b="1" lang="ru-RU" sz="115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19 </a:t>
            </a:r>
            <a:r>
              <a:rPr b="1" lang="ru-RU" sz="11500">
                <a:solidFill>
                  <a:srgbClr val="939393"/>
                </a:solidFill>
                <a:latin typeface="Tahoma"/>
                <a:ea typeface="Tahoma"/>
                <a:cs typeface="Tahoma"/>
                <a:sym typeface="Tahoma"/>
              </a:rPr>
              <a:t>ПРОМЫШЛЕ</a:t>
            </a:r>
            <a:endParaRPr/>
          </a:p>
        </p:txBody>
      </p:sp>
      <p:sp>
        <p:nvSpPr>
          <p:cNvPr id="292" name="Google Shape;292;p13"/>
          <p:cNvSpPr txBox="1"/>
          <p:nvPr/>
        </p:nvSpPr>
        <p:spPr>
          <a:xfrm>
            <a:off x="6324601" y="2372424"/>
            <a:ext cx="12573000" cy="16033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913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0"/>
              <a:buFont typeface="Tahoma"/>
              <a:buNone/>
            </a:pPr>
            <a:r>
              <a:rPr b="1" lang="ru-RU" sz="115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12 </a:t>
            </a:r>
            <a:r>
              <a:rPr b="1" lang="ru-RU" sz="11500">
                <a:solidFill>
                  <a:srgbClr val="939393"/>
                </a:solidFill>
                <a:latin typeface="Tahoma"/>
                <a:ea typeface="Tahoma"/>
                <a:cs typeface="Tahoma"/>
                <a:sym typeface="Tahoma"/>
              </a:rPr>
              <a:t>ФОТОНИКА</a:t>
            </a:r>
            <a:r>
              <a:rPr b="1" lang="ru-RU" sz="11500">
                <a:solidFill>
                  <a:schemeClr val="lt2"/>
                </a:solidFill>
                <a:latin typeface="Tahoma"/>
                <a:ea typeface="Tahoma"/>
                <a:cs typeface="Tahoma"/>
                <a:sym typeface="Tahoma"/>
              </a:rPr>
              <a:t>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sis">
  <a:themeElements>
    <a:clrScheme name="MISIS">
      <a:dk1>
        <a:srgbClr val="000000"/>
      </a:dk1>
      <a:lt1>
        <a:srgbClr val="FFFFFF"/>
      </a:lt1>
      <a:dk2>
        <a:srgbClr val="505569"/>
      </a:dk2>
      <a:lt2>
        <a:srgbClr val="FFFFFF"/>
      </a:lt2>
      <a:accent1>
        <a:srgbClr val="0541F0"/>
      </a:accent1>
      <a:accent2>
        <a:srgbClr val="37EBFF"/>
      </a:accent2>
      <a:accent3>
        <a:srgbClr val="505569"/>
      </a:accent3>
      <a:accent4>
        <a:srgbClr val="0541F0"/>
      </a:accent4>
      <a:accent5>
        <a:srgbClr val="0A1E64"/>
      </a:accent5>
      <a:accent6>
        <a:srgbClr val="0A1E64"/>
      </a:accent6>
      <a:hlink>
        <a:srgbClr val="00B5E2"/>
      </a:hlink>
      <a:folHlink>
        <a:srgbClr val="E4002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2022-07-26T11:52:44Z</dcterms:created>
  <dc:creator>u.mamanazarov@misis.uz</dc:creator>
</cp:coreProperties>
</file>