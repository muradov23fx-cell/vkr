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7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C0D87-65B1-4542-9C56-5C4397672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2B0D84-900C-4C22-9ACD-1B8D8BDC1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15C934-F6C3-4C32-A2EB-4385B7BA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07A27E-2A4F-4544-8EEC-CA9065B2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09E4E-5470-4575-8F1B-D7B5AFF3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39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16B7F-D471-4B7C-91B9-194DB2D6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8B6A70-1126-41F6-871D-219420F1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324943-EF90-4751-AFDB-3D9D38AF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0CA31-A42C-4475-BF29-E059967E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8814DF-F8E3-4809-891C-91DFEF22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73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487F4-4C12-49A7-A09A-E2D56165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440055-DCE3-4EDD-B82F-E01772047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FC082B-D090-4D8C-9578-09712BA7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23F729-0CCD-4DBD-841E-73360DCE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236463-F5F2-4786-8DAF-1A47A503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05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7BEE6-786D-4532-AE8D-8EA9519A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FEC037-02C4-4222-B2C0-BFED0F9DD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94EC53-349B-4FCB-81CE-1ABD831D8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D7989A-EFE6-4B92-925E-25F9246B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27700E-08C2-4460-AF26-0CE1E24A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8D5AE9-AD9D-4C5B-9ECF-38B0C9D8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62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F5A39-FDF5-4051-BCE4-6AF6397C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9F4741-56F5-4A44-9F2F-C5691CC5A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0A1CD4-F3CF-4EE1-B54F-90BE26D4C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C25250-A203-4387-A9BA-2B7714432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58C803-311C-4AC0-AD95-B433B8BFD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1D8260-F8E6-42EF-AE75-CBEAFD10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7395F9-79FB-4106-9C46-211E8603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C5FD33-B488-487B-AA45-8ED86509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51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6FAA0-B6E5-43BE-B218-7B9011C1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9E39F0-90CF-40D2-99F5-290D5E11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459BB7-DEBF-40D7-9C28-F196456B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FCC354-CECD-402C-820C-4AAE34E9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9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0C8ED0-F3E0-43BB-A67E-5547D3A4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7CCC30-E6C2-4DDA-B858-B830E399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91F7EC-12B5-4C63-811F-86F5066D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46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C3703-E4BD-4C15-BFD4-8E23E50E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C17B5D-87C7-4E00-AEB8-8A21FE978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F2643D-15A7-412B-B12F-2181470F5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F61C92-102B-4B57-8003-59FFA493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358678-D58C-4AC8-8FD9-6017DDDB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E6D59B-B201-437F-9491-7BCB53D0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5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5A0CE-6050-45A1-AA76-5EDE6710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A5B787-0AE4-45C8-A337-94C867CD3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83DEFF-7797-488A-8677-F3EA9017F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FE35E3-9A61-4926-9602-918ECBB5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0D66E2-C56C-4F72-9511-1903D6BF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412B65-8B9A-4E71-A627-C5F7A859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40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C9593-64D8-4AA4-B8FE-9FD416B1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A8DD65-C2DC-4DFF-BD4D-14114612B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A77F71-480E-4F55-B10D-2C7B42E8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2875FE-529B-40CE-89CB-4194DF21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148AC-199F-484D-B5FE-E20B4C72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95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A98CD9-2C31-4A81-A377-463470680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2C5E3-FFBE-47AF-88EF-74CC0A575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33314E-4F98-4462-899F-81FC2A38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C61533-3A3C-46CA-9198-546436C4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817992-8C1E-428D-A4B1-AF805EAE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6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AD8E7-F216-4D7B-A8D7-BAE415E9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78C615-1337-44E8-919B-8E2CE138E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63EC38-B347-49BC-B5F5-4BD3331A3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BB877-3672-4C3B-8198-614E166969A2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FDEDA0-4C47-4BEB-831D-4954F44EE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9C861-10C9-4C48-ADE6-35558D2FB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0A027-BC9F-4A14-BDB8-302655C922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68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7F241E-3E80-4AE9-8F92-31269766E1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00" b="16729"/>
          <a:stretch/>
        </p:blipFill>
        <p:spPr>
          <a:xfrm>
            <a:off x="309256" y="425451"/>
            <a:ext cx="11573488" cy="60070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5606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10CE693-0020-45AD-9C2D-6C3FABE4905D}"/>
              </a:ext>
            </a:extLst>
          </p:cNvPr>
          <p:cNvGrpSpPr/>
          <p:nvPr/>
        </p:nvGrpSpPr>
        <p:grpSpPr>
          <a:xfrm>
            <a:off x="2080336" y="386127"/>
            <a:ext cx="8031329" cy="6085747"/>
            <a:chOff x="2080777" y="386127"/>
            <a:chExt cx="8031329" cy="6085747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CCEFB772-BF6B-456B-8940-8ADB11D9B773}"/>
                </a:ext>
              </a:extLst>
            </p:cNvPr>
            <p:cNvGrpSpPr/>
            <p:nvPr/>
          </p:nvGrpSpPr>
          <p:grpSpPr>
            <a:xfrm>
              <a:off x="2080777" y="386127"/>
              <a:ext cx="3952422" cy="2964317"/>
              <a:chOff x="10250961" y="2108321"/>
              <a:chExt cx="6018523" cy="4257675"/>
            </a:xfrm>
          </p:grpSpPr>
          <p:grpSp>
            <p:nvGrpSpPr>
              <p:cNvPr id="30" name="Группа 29">
                <a:extLst>
                  <a:ext uri="{FF2B5EF4-FFF2-40B4-BE49-F238E27FC236}">
                    <a16:creationId xmlns:a16="http://schemas.microsoft.com/office/drawing/2014/main" id="{77533449-AF6A-46F9-987A-3EAD4B61891F}"/>
                  </a:ext>
                </a:extLst>
              </p:cNvPr>
              <p:cNvGrpSpPr/>
              <p:nvPr/>
            </p:nvGrpSpPr>
            <p:grpSpPr>
              <a:xfrm>
                <a:off x="10250961" y="2108321"/>
                <a:ext cx="6018523" cy="4257675"/>
                <a:chOff x="10250961" y="2108321"/>
                <a:chExt cx="6018523" cy="4257675"/>
              </a:xfrm>
            </p:grpSpPr>
            <p:pic>
              <p:nvPicPr>
                <p:cNvPr id="32" name="Рисунок 31">
                  <a:extLst>
                    <a:ext uri="{FF2B5EF4-FFF2-40B4-BE49-F238E27FC236}">
                      <a16:creationId xmlns:a16="http://schemas.microsoft.com/office/drawing/2014/main" id="{6B2278FF-C8B0-4CFD-9462-C4FE7F0E1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250961" y="2108321"/>
                  <a:ext cx="6018523" cy="4257675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4417A6B-8F53-421A-9F2E-7675FCFE868D}"/>
                    </a:ext>
                  </a:extLst>
                </p:cNvPr>
                <p:cNvSpPr txBox="1"/>
                <p:nvPr/>
              </p:nvSpPr>
              <p:spPr>
                <a:xfrm>
                  <a:off x="10456704" y="2231302"/>
                  <a:ext cx="821360" cy="422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b="1" dirty="0">
                      <a:highlight>
                        <a:srgbClr val="00FF00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T, </a:t>
                  </a:r>
                  <a:r>
                    <a:rPr lang="en-US" sz="1050" b="1" i="0" dirty="0">
                      <a:effectLst/>
                      <a:highlight>
                        <a:srgbClr val="00FF00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°C</a:t>
                  </a:r>
                  <a:endParaRPr lang="ru-RU" sz="1050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E334E21-FE9B-4304-8602-8D07BC0D6DEB}"/>
                  </a:ext>
                </a:extLst>
              </p:cNvPr>
              <p:cNvSpPr txBox="1"/>
              <p:nvPr/>
            </p:nvSpPr>
            <p:spPr>
              <a:xfrm>
                <a:off x="14607982" y="5689612"/>
                <a:ext cx="1507552" cy="422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50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Время</a:t>
                </a:r>
                <a:r>
                  <a:rPr lang="en-US" sz="1050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050" b="1" i="0" dirty="0">
                    <a:effectLst/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min.</a:t>
                </a:r>
                <a:endParaRPr lang="ru-RU" sz="1050" b="1" dirty="0">
                  <a:highlight>
                    <a:srgbClr val="00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F17FBC9C-83E8-4B57-96AC-66404DF05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9685" y="386127"/>
              <a:ext cx="3952421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64AD4057-FA0A-4582-9C3B-6CD228FC9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0777" y="3507558"/>
              <a:ext cx="3951538" cy="29643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28691879-4691-4D88-9486-7DB304855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9686" y="3507557"/>
              <a:ext cx="3952420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3373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8183BFC-3098-4165-B753-4850B839F334}"/>
              </a:ext>
            </a:extLst>
          </p:cNvPr>
          <p:cNvGrpSpPr/>
          <p:nvPr/>
        </p:nvGrpSpPr>
        <p:grpSpPr>
          <a:xfrm>
            <a:off x="2079893" y="386126"/>
            <a:ext cx="8032213" cy="6085748"/>
            <a:chOff x="463230" y="464683"/>
            <a:chExt cx="8032213" cy="6085748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58F3D047-F9AC-4EAF-B4B2-D7D36F449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230" y="464683"/>
              <a:ext cx="3952422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ADDE5B69-68FC-4C65-9C1C-0F5C00D08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3021" y="464683"/>
              <a:ext cx="3952422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2D1E44B4-A798-4E89-8BA8-E6E57125D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30" y="3586114"/>
              <a:ext cx="3952422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7E69127F-3E9A-4B2A-9CD5-767766135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43021" y="3586114"/>
              <a:ext cx="3952422" cy="29643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787748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</Words>
  <Application>Microsoft Office PowerPoint</Application>
  <PresentationFormat>Широкоэкранный</PresentationFormat>
  <Paragraphs>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Маманазаров Улугбек Бахтиёр угли</dc:creator>
  <cp:lastModifiedBy>Маманазаров Улугбек Бахтиёр угли</cp:lastModifiedBy>
  <cp:revision>3</cp:revision>
  <dcterms:created xsi:type="dcterms:W3CDTF">2025-06-05T13:06:02Z</dcterms:created>
  <dcterms:modified xsi:type="dcterms:W3CDTF">2025-06-05T13:30:24Z</dcterms:modified>
</cp:coreProperties>
</file>